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11591" cy="5829381"/>
          </a:xfrm>
          <a:prstGeom prst="rect">
            <a:avLst/>
          </a:prstGeom>
        </p:spPr>
      </p:pic>
      <p:cxnSp>
        <p:nvCxnSpPr>
          <p:cNvPr id="6" name="直接箭头连接符 5"/>
          <p:cNvCxnSpPr>
            <a:stCxn id="10" idx="1"/>
          </p:cNvCxnSpPr>
          <p:nvPr/>
        </p:nvCxnSpPr>
        <p:spPr>
          <a:xfrm flipH="1">
            <a:off x="5940152" y="5743129"/>
            <a:ext cx="936104" cy="27815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76256" y="5589240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创建磁盘镜像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 flipV="1">
            <a:off x="5646418" y="4499247"/>
            <a:ext cx="936104" cy="22589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2522" y="4620692"/>
            <a:ext cx="130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修改镜像同步速率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5646418" y="4221088"/>
            <a:ext cx="936104" cy="7200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16915" y="4031486"/>
            <a:ext cx="130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删除镜像配对关系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 flipV="1">
            <a:off x="5220072" y="3573016"/>
            <a:ext cx="1080120" cy="10637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41144" y="3417784"/>
            <a:ext cx="130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修复脱机状态的卷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5646418" y="2924944"/>
            <a:ext cx="761786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83413" y="2807350"/>
            <a:ext cx="130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删除镜像配对关系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H="1" flipV="1">
            <a:off x="5076056" y="2475474"/>
            <a:ext cx="1224136" cy="54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47635" y="2268451"/>
            <a:ext cx="130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重新发现存储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mapping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3275856" y="1412776"/>
            <a:ext cx="540060" cy="64807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32945" y="889556"/>
            <a:ext cx="1301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卷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在存储池间迁移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07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5496" y="548680"/>
            <a:ext cx="9001000" cy="5904656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5364088" y="4581128"/>
            <a:ext cx="720080" cy="43497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28658" y="4345359"/>
            <a:ext cx="1927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创建首个磁盘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镜像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6156176" y="5305603"/>
            <a:ext cx="720080" cy="42765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32240" y="5733256"/>
            <a:ext cx="19277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存储池名字修改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54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7504" y="764704"/>
            <a:ext cx="8928992" cy="5616624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 flipV="1">
            <a:off x="6084168" y="2495826"/>
            <a:ext cx="720080" cy="35711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32240" y="2708920"/>
            <a:ext cx="2088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对测试卷进行磁盘镜像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5774793" y="2132856"/>
            <a:ext cx="720080" cy="18441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44208" y="1916832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FF0000"/>
                </a:solidFill>
              </a:rPr>
              <a:t>对测试卷修改镜像同步速率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27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52</Words>
  <Application>Microsoft Office PowerPoint</Application>
  <PresentationFormat>全屏显示(4:3)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PangYi</dc:creator>
  <cp:lastModifiedBy>PangYi</cp:lastModifiedBy>
  <cp:revision>5</cp:revision>
  <dcterms:created xsi:type="dcterms:W3CDTF">2016-03-09T10:35:31Z</dcterms:created>
  <dcterms:modified xsi:type="dcterms:W3CDTF">2016-03-11T08:26:44Z</dcterms:modified>
</cp:coreProperties>
</file>